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87f9b5a-8c23-0298-4637-f3eef46d7f19}">
          <p14:sldIdLst>
            <p14:sldId id="256"/>
            <p14:sldId id="257"/>
          </p14:sldIdLst>
        </p14:section>
        <p14:section name="Evidence" id="{dcb4ef80-7e70-5379-1753-03bc14d16646}">
          <p14:sldIdLst>
            <p14:sldId id="258"/>
            <p14:sldId id="259"/>
          </p14:sldIdLst>
        </p14:section>
        <p14:section name="Value" id="{7b0a5b99-2548-4d99-cde0-9339839278f9}">
          <p14:sldIdLst>
            <p14:sldId id="260"/>
          </p14:sldIdLst>
        </p14:section>
        <p14:section name="Close" id="{020c7d8d-8fb0-4948-27e5-c03d0b5c69a7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2026-10-14T19:23:32Z</dcterms:created>
  <dcterms:modified xsi:type="dcterms:W3CDTF">2026-10-14T19:23:32Z</dcterms:modified>
</cp:coreProperties>
</file>