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1327d122-50ea-de0c-729f-467afe7d2a0c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exact SOQL the extractor runs. Opportunity is the case; leads join via ConvertedOpportunityId and tasks via WhatId. Trial orgs can't backdate history, so the 10-month dataset is simulated in the same object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From a Salesforce org to Process Intelligence: the pipeline behind the demo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deals through real stage changes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080760" y="1664208"/>
            <a:ext cx="5440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 =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"opportunities"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Name, Amount, StageName, IsWon, IsClosed,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LeadSource, CreatedDate, CloseDate, OwnerId, Owner.Name,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Account.Industry, Account.BillingCountry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"stage_history"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CreatedById, CreatedBy.Name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"tasks"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WhatId, Subject, CreatedDate, CompletedDateTime,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Owner.Name, Status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Task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What.Type =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'Opportunity'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"leads"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CreatedDate, ConvertedDate, ConvertedOpportunityId,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Lead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IsConverted = true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ConvertedOpportunityId != null""",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Opportunity Id becomes the case ID.</a:t>
            </a:r>
            <a:endParaRPr lang="en-US" sz="1400" dirty="0"/>
          </a:p>
        </p:txBody>
      </p:sp>
      <p:sp>
        <p:nvSpPr>
          <p:cNvPr id="13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7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1" name="Popup 3 box"/>
          <p:cNvSpPr/>
          <p:nvPr/>
        </p:nvSpPr>
        <p:spPr>
          <a:xfrm>
            <a:off x="8915400" y="1307592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Popup 3 badge"/>
          <p:cNvSpPr/>
          <p:nvPr/>
        </p:nvSpPr>
        <p:spPr>
          <a:xfrm>
            <a:off x="897026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Popup 3 number"/>
          <p:cNvSpPr txBox="1"/>
          <p:nvPr/>
        </p:nvSpPr>
        <p:spPr>
          <a:xfrm>
            <a:off x="897026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Popup 3 label"/>
          <p:cNvSpPr txBox="1"/>
          <p:nvPr/>
        </p:nvSpPr>
        <p:spPr>
          <a:xfrm>
            <a:off x="9317736" y="13075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over REST via CLI</a:t>
            </a:r>
            <a:endParaRPr lang="en-US" sz="1200" dirty="0"/>
          </a:p>
        </p:txBody>
      </p:sp>
      <p:sp>
        <p:nvSpPr>
          <p:cNvPr id="25" name="Popup 4 box"/>
          <p:cNvSpPr/>
          <p:nvPr/>
        </p:nvSpPr>
        <p:spPr>
          <a:xfrm>
            <a:off x="9601200" y="2917210"/>
            <a:ext cx="19202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Popup 4 badge"/>
          <p:cNvSpPr/>
          <p:nvPr/>
        </p:nvSpPr>
        <p:spPr>
          <a:xfrm>
            <a:off x="9656064" y="296293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Popup 4 number"/>
          <p:cNvSpPr txBox="1"/>
          <p:nvPr/>
        </p:nvSpPr>
        <p:spPr>
          <a:xfrm>
            <a:off x="9656064" y="29629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Popup 4 label"/>
          <p:cNvSpPr txBox="1"/>
          <p:nvPr/>
        </p:nvSpPr>
        <p:spPr>
          <a:xfrm>
            <a:off x="10003536" y="291721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History → events</a:t>
            </a:r>
            <a:endParaRPr lang="en-US" sz="1200" dirty="0"/>
          </a:p>
        </p:txBody>
      </p:sp>
      <p:sp>
        <p:nvSpPr>
          <p:cNvPr id="29" name="Popup 5 box"/>
          <p:cNvSpPr/>
          <p:nvPr/>
        </p:nvSpPr>
        <p:spPr>
          <a:xfrm>
            <a:off x="9372600" y="3679363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Popup 5 badge"/>
          <p:cNvSpPr/>
          <p:nvPr/>
        </p:nvSpPr>
        <p:spPr>
          <a:xfrm>
            <a:off x="9427464" y="3725083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1" name="Popup 5 number"/>
          <p:cNvSpPr txBox="1"/>
          <p:nvPr/>
        </p:nvSpPr>
        <p:spPr>
          <a:xfrm>
            <a:off x="9427464" y="37250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Popup 5 label"/>
          <p:cNvSpPr txBox="1"/>
          <p:nvPr/>
        </p:nvSpPr>
        <p:spPr>
          <a:xfrm>
            <a:off x="9774936" y="3679363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Tasks join on WhatId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2026-10-14T19:23:32Z</dcterms:created>
  <dcterms:modified xsi:type="dcterms:W3CDTF">2026-10-14T19:23:32Z</dcterms:modified>
</cp:coreProperties>
</file>