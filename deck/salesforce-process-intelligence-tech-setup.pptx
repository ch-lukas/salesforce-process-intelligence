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ch setup" id="{1e391034-50e4-c5ad-5d1b-ae27274b2348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deck for a technical audience: how the data gets out of Salesforce and where to see it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stage-history query and how each object maps to events; Opportunity Id is the case. Known limits: Task created → completed can include queueing time; open tasks have no completion time and show as zero duration; history can't be backdated in a trial org, so the 10-month dataset is simulated in the same shape. The export produces CSV and XES; an import into a process mining tool is the next step to verify. Production work would add incremental refresh, stable event IDs and reconciliation.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overview carries the value items and business case; Data assets has the live run and every event log; the repo has the pipeline, the seeding script and the README with the setup gotchas from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dashboard.html" TargetMode="External"/><Relationship Id="rId3" Type="http://schemas.openxmlformats.org/officeDocument/2006/relationships/hyperlink" Target="https://salesforce-process-intelligence.vercel.app/#business-case" TargetMode="External"/><Relationship Id="rId4" Type="http://schemas.openxmlformats.org/officeDocument/2006/relationships/hyperlink" Target="https://salesforce-process-intelligence.vercel.app/#live-run" TargetMode="External"/><Relationship Id="rId5" Type="http://schemas.openxmlformats.org/officeDocument/2006/relationships/hyperlink" Target="https://github.com/ch-lukas/salesforce-process-intelligence" TargetMode="External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The pipeline behind the demo: Salesforce data to an event log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accounts and opportunities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 · stage history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126480" y="17373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CreatedById, CreatedBy.Name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</a:t>
            </a:r>
            <a:endParaRPr lang="en-US" sz="1400" dirty="0"/>
          </a:p>
        </p:txBody>
      </p:sp>
      <p:graphicFrame>
        <p:nvGraphicFramePr>
          <p:cNvPr id="3" name="Object to event mapp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3520440"/>
          <a:ext cx="57150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Salesforce object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Becomes in the event log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Case: Id, Amount, IsWon, region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OpportunityHistory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Stage events: StageName, CreatedDate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Task (WhatId)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Activities: Subject, created → completed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(ConvertedOpportunityId)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Created event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Output: CSV and XES.</a:t>
            </a:r>
            <a:endParaRPr lang="en-US" sz="1400" dirty="0"/>
          </a:p>
        </p:txBody>
      </p:sp>
      <p:sp>
        <p:nvSpPr>
          <p:cNvPr id="14" name="Popup 1 box"/>
          <p:cNvSpPr/>
          <p:nvPr/>
        </p:nvSpPr>
        <p:spPr>
          <a:xfrm>
            <a:off x="2880360" y="1463040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Popup 1 badge"/>
          <p:cNvSpPr/>
          <p:nvPr/>
        </p:nvSpPr>
        <p:spPr>
          <a:xfrm>
            <a:off x="2935224" y="1508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Popup 1 number"/>
          <p:cNvSpPr txBox="1"/>
          <p:nvPr/>
        </p:nvSpPr>
        <p:spPr>
          <a:xfrm>
            <a:off x="2935224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Popup 1 label"/>
          <p:cNvSpPr txBox="1"/>
          <p:nvPr/>
        </p:nvSpPr>
        <p:spPr>
          <a:xfrm>
            <a:off x="3282696" y="1463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Trial org = the client's CRM</a:t>
            </a:r>
            <a:endParaRPr lang="en-US" sz="1200" dirty="0"/>
          </a:p>
        </p:txBody>
      </p:sp>
      <p:sp>
        <p:nvSpPr>
          <p:cNvPr id="18" name="Popup 2 box"/>
          <p:cNvSpPr/>
          <p:nvPr/>
        </p:nvSpPr>
        <p:spPr>
          <a:xfrm>
            <a:off x="3017520" y="3520440"/>
            <a:ext cx="246888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Popup 2 badge"/>
          <p:cNvSpPr/>
          <p:nvPr/>
        </p:nvSpPr>
        <p:spPr>
          <a:xfrm>
            <a:off x="3072384" y="35661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Popup 2 number"/>
          <p:cNvSpPr txBox="1"/>
          <p:nvPr/>
        </p:nvSpPr>
        <p:spPr>
          <a:xfrm>
            <a:off x="30723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Popup 2 label"/>
          <p:cNvSpPr txBox="1"/>
          <p:nvPr/>
        </p:nvSpPr>
        <p:spPr>
          <a:xfrm>
            <a:off x="3419856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seed.py: 40 [Demo] records</a:t>
            </a:r>
            <a:endParaRPr lang="en-US" sz="1200" dirty="0"/>
          </a:p>
        </p:txBody>
      </p:sp>
      <p:sp>
        <p:nvSpPr>
          <p:cNvPr id="22" name="Popup 3 box"/>
          <p:cNvSpPr/>
          <p:nvPr/>
        </p:nvSpPr>
        <p:spPr>
          <a:xfrm>
            <a:off x="9098280" y="1307592"/>
            <a:ext cx="242316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3" name="Popup 3 badge"/>
          <p:cNvSpPr/>
          <p:nvPr/>
        </p:nvSpPr>
        <p:spPr>
          <a:xfrm>
            <a:off x="9153144" y="13533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Popup 3 number"/>
          <p:cNvSpPr txBox="1"/>
          <p:nvPr/>
        </p:nvSpPr>
        <p:spPr>
          <a:xfrm>
            <a:off x="915314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Popup 3 label"/>
          <p:cNvSpPr txBox="1"/>
          <p:nvPr/>
        </p:nvSpPr>
        <p:spPr>
          <a:xfrm>
            <a:off x="9500616" y="1307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SOQL via the CLI session</a:t>
            </a:r>
            <a:endParaRPr lang="en-US" sz="1200" dirty="0"/>
          </a:p>
        </p:txBody>
      </p:sp>
      <p:sp>
        <p:nvSpPr>
          <p:cNvPr id="26" name="Popup 4 box"/>
          <p:cNvSpPr/>
          <p:nvPr/>
        </p:nvSpPr>
        <p:spPr>
          <a:xfrm>
            <a:off x="9372600" y="3136392"/>
            <a:ext cx="21488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7" name="Popup 4 badge"/>
          <p:cNvSpPr/>
          <p:nvPr/>
        </p:nvSpPr>
        <p:spPr>
          <a:xfrm>
            <a:off x="9427464" y="31821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Popup 4 number"/>
          <p:cNvSpPr txBox="1"/>
          <p:nvPr/>
        </p:nvSpPr>
        <p:spPr>
          <a:xfrm>
            <a:off x="9427464" y="3182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Popup 4 label"/>
          <p:cNvSpPr txBox="1"/>
          <p:nvPr/>
        </p:nvSpPr>
        <p:spPr>
          <a:xfrm>
            <a:off x="9774936" y="31363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Objects → events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Hosted demo, live extraction proof and source code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3716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554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4447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Overview: value items and business case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792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2860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468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analysis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27066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salesforce-process-intelligence.vercel.app/dashboard.html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2004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383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2735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Business case (re-quotes)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36210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salesforce-process-intelligence.vercel.app/#business-case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1148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4297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 assets and downloads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45354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salesforce-process-intelligence.vercel.app/#live-run</a:t>
            </a:r>
            <a:endParaRPr lang="en-US" sz="1400" dirty="0"/>
          </a:p>
        </p:txBody>
      </p:sp>
      <p:sp>
        <p:nvSpPr>
          <p:cNvPr id="23" name="Proof 5"/>
          <p:cNvSpPr/>
          <p:nvPr/>
        </p:nvSpPr>
        <p:spPr>
          <a:xfrm>
            <a:off x="548640" y="50292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4" name="Proof 5 marker"/>
          <p:cNvSpPr/>
          <p:nvPr/>
        </p:nvSpPr>
        <p:spPr>
          <a:xfrm>
            <a:off x="749808" y="52120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roof 5 glyph"/>
          <p:cNvSpPr txBox="1"/>
          <p:nvPr/>
        </p:nvSpPr>
        <p:spPr>
          <a:xfrm>
            <a:off x="749808" y="5212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Proof 5 label"/>
          <p:cNvSpPr txBox="1"/>
          <p:nvPr/>
        </p:nvSpPr>
        <p:spPr>
          <a:xfrm>
            <a:off x="1325880" y="51023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7" name="Proof 5 link"/>
          <p:cNvSpPr txBox="1"/>
          <p:nvPr/>
        </p:nvSpPr>
        <p:spPr>
          <a:xfrm>
            <a:off x="1325880" y="5449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8" name="Screenshot frame"/>
          <p:cNvSpPr/>
          <p:nvPr/>
        </p:nvSpPr>
        <p:spPr>
          <a:xfrm>
            <a:off x="6903720" y="1735360"/>
            <a:ext cx="4754880" cy="3734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Overview screenshot" descr="Overview page of the hosted si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1781080"/>
            <a:ext cx="4663440" cy="36433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cess Intelligence">
  <a:themeElements>
    <a:clrScheme name="Process Intelligence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Process Intellige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setup: from a Salesforce org to Process Intelligence</dc:title>
  <dc:subject>PptxGenJS Presentation</dc:subject>
  <dc:creator>Luke Audie</dc:creator>
  <cp:lastModifiedBy>Luke Audie</cp:lastModifiedBy>
  <cp:revision>1</cp:revision>
  <dcterms:created xsi:type="dcterms:W3CDTF">2026-10-14T20:39:30Z</dcterms:created>
  <dcterms:modified xsi:type="dcterms:W3CDTF">2026-10-14T20:39:30Z</dcterms:modified>
</cp:coreProperties>
</file>